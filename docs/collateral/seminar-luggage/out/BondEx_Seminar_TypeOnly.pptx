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皆さん、こんにちは。BondExの［氏名］です。今日は15分ほど、「荷物」のお話をさせてください。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［2分］チェックアウトが荷物を手放す自然な接点であることを示し、図を使ってBondExの役割（既存の物流を旅の動線につなぐ）を30秒で紹介する。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a:t>
            </a:r>
          </a:p>
          <a:p>
            <a:r>
              <a:t>（図の左の点を指して）チェックアウトのときに、ホテルで荷物を預ける。人は上の点線のように、身軽に観光へ。荷物は下のオレンジの線、今ある物流で、次のホテルへ先回りします。（右の点を指して）夕方、次のホテルに着くと、荷物はもう届いている。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4765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432901"/>
            <a:ext cx="10742331" cy="1893491"/>
          </a:xfrm>
          <a:prstGeom prst="rect">
            <a:avLst/>
          </a:prstGeom>
          <a:noFill/>
        </p:spPr>
        <p:txBody>
          <a:bodyPr wrap="none" lIns="0" rIns="0" tIns="0" bIns="0" anchor="t"/>
          <a:lstStyle/>
          <a:p>
            <a:pPr algn="l">
              <a:lnSpc>
                <a:spcPts val="7446"/>
              </a:lnSpc>
              <a:spcBef>
                <a:spcPts val="0"/>
              </a:spcBef>
              <a:spcAft>
                <a:spcPts val="0"/>
              </a:spcAft>
            </a:pPr>
            <a:r>
              <a:rPr sz="5244" b="0" spc="-52" lang="ja-JP" altLang="en-US">
                <a:solidFill>
                  <a:srgbClr val="FFFFFF"/>
                </a:solidFill>
                <a:latin typeface="Noto Sans JP Medium"/>
                <a:ea typeface="Noto Sans JP Medium"/>
                <a:cs typeface="Noto Sans JP Medium"/>
              </a:rPr>
              <a:t>人と荷物は、</a:t>
            </a:r>
          </a:p>
          <a:p>
            <a:pPr algn="l">
              <a:lnSpc>
                <a:spcPts val="7446"/>
              </a:lnSpc>
              <a:spcBef>
                <a:spcPts val="0"/>
              </a:spcBef>
              <a:spcAft>
                <a:spcPts val="0"/>
              </a:spcAft>
            </a:pPr>
            <a:r>
              <a:rPr sz="5244" b="0" spc="-52"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9107984"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「配送できる」だけでは、</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図・線1"/>
          <p:cNvSpPr/>
          <p:nvPr/>
        </p:nvSpPr>
        <p:spPr>
          <a:xfrm>
            <a:off x="2540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3" name="図・線2"/>
          <p:cNvSpPr/>
          <p:nvPr/>
        </p:nvSpPr>
        <p:spPr>
          <a:xfrm>
            <a:off x="3556000" y="3587750"/>
            <a:ext cx="5080000" cy="793750"/>
          </a:xfrm>
          <a:custGeom>
            <a:avLst/>
            <a:gdLst/>
            <a:ahLst/>
            <a:cxnLst/>
            <a:rect l="l" t="t" r="r" b="b"/>
            <a:pathLst>
              <a:path w="5080000" h="793750">
                <a:moveTo>
                  <a:pt x="0" y="793750"/>
                </a:moveTo>
                <a:lnTo>
                  <a:pt x="79375" y="744916"/>
                </a:lnTo>
                <a:lnTo>
                  <a:pt x="158750" y="697632"/>
                </a:lnTo>
                <a:lnTo>
                  <a:pt x="238125" y="651898"/>
                </a:lnTo>
                <a:lnTo>
                  <a:pt x="317500" y="607715"/>
                </a:lnTo>
                <a:lnTo>
                  <a:pt x="396875" y="565082"/>
                </a:lnTo>
                <a:lnTo>
                  <a:pt x="476250" y="523999"/>
                </a:lnTo>
                <a:lnTo>
                  <a:pt x="555625" y="484467"/>
                </a:lnTo>
                <a:lnTo>
                  <a:pt x="635000" y="446484"/>
                </a:lnTo>
                <a:lnTo>
                  <a:pt x="714375" y="410052"/>
                </a:lnTo>
                <a:lnTo>
                  <a:pt x="793750" y="375171"/>
                </a:lnTo>
                <a:lnTo>
                  <a:pt x="873125" y="341840"/>
                </a:lnTo>
                <a:lnTo>
                  <a:pt x="952500" y="310059"/>
                </a:lnTo>
                <a:lnTo>
                  <a:pt x="1031875" y="279828"/>
                </a:lnTo>
                <a:lnTo>
                  <a:pt x="1111250" y="251147"/>
                </a:lnTo>
                <a:lnTo>
                  <a:pt x="1190625" y="224017"/>
                </a:lnTo>
                <a:lnTo>
                  <a:pt x="1270000" y="198438"/>
                </a:lnTo>
                <a:lnTo>
                  <a:pt x="1349375" y="174408"/>
                </a:lnTo>
                <a:lnTo>
                  <a:pt x="1428750" y="151929"/>
                </a:lnTo>
                <a:lnTo>
                  <a:pt x="1508125" y="131000"/>
                </a:lnTo>
                <a:lnTo>
                  <a:pt x="1587500" y="111621"/>
                </a:lnTo>
                <a:lnTo>
                  <a:pt x="1666875" y="93793"/>
                </a:lnTo>
                <a:lnTo>
                  <a:pt x="1746250" y="77515"/>
                </a:lnTo>
                <a:lnTo>
                  <a:pt x="1825625" y="62787"/>
                </a:lnTo>
                <a:lnTo>
                  <a:pt x="1905000" y="49609"/>
                </a:lnTo>
                <a:lnTo>
                  <a:pt x="1984375" y="37982"/>
                </a:lnTo>
                <a:lnTo>
                  <a:pt x="2063750" y="27905"/>
                </a:lnTo>
                <a:lnTo>
                  <a:pt x="2143125" y="19379"/>
                </a:lnTo>
                <a:lnTo>
                  <a:pt x="2222500" y="12402"/>
                </a:lnTo>
                <a:lnTo>
                  <a:pt x="2301875" y="6976"/>
                </a:lnTo>
                <a:lnTo>
                  <a:pt x="2381250" y="3101"/>
                </a:lnTo>
                <a:lnTo>
                  <a:pt x="2460625" y="775"/>
                </a:lnTo>
                <a:lnTo>
                  <a:pt x="2540000" y="0"/>
                </a:lnTo>
                <a:lnTo>
                  <a:pt x="2619375" y="775"/>
                </a:lnTo>
                <a:lnTo>
                  <a:pt x="2698750" y="3101"/>
                </a:lnTo>
                <a:lnTo>
                  <a:pt x="2778125" y="6976"/>
                </a:lnTo>
                <a:lnTo>
                  <a:pt x="2857500" y="12402"/>
                </a:lnTo>
                <a:lnTo>
                  <a:pt x="2936875" y="19379"/>
                </a:lnTo>
                <a:lnTo>
                  <a:pt x="3016250" y="27905"/>
                </a:lnTo>
                <a:lnTo>
                  <a:pt x="3095625" y="37982"/>
                </a:lnTo>
                <a:lnTo>
                  <a:pt x="3175000" y="49609"/>
                </a:lnTo>
                <a:lnTo>
                  <a:pt x="3254375" y="62787"/>
                </a:lnTo>
                <a:lnTo>
                  <a:pt x="3333750" y="77515"/>
                </a:lnTo>
                <a:lnTo>
                  <a:pt x="3413125" y="93793"/>
                </a:lnTo>
                <a:lnTo>
                  <a:pt x="3492500" y="111621"/>
                </a:lnTo>
                <a:lnTo>
                  <a:pt x="3571875" y="131000"/>
                </a:lnTo>
                <a:lnTo>
                  <a:pt x="3651250" y="151929"/>
                </a:lnTo>
                <a:lnTo>
                  <a:pt x="3730625" y="174408"/>
                </a:lnTo>
                <a:lnTo>
                  <a:pt x="3810000" y="198438"/>
                </a:lnTo>
                <a:lnTo>
                  <a:pt x="3889375" y="224017"/>
                </a:lnTo>
                <a:lnTo>
                  <a:pt x="3968750" y="251147"/>
                </a:lnTo>
                <a:lnTo>
                  <a:pt x="4048125" y="279828"/>
                </a:lnTo>
                <a:lnTo>
                  <a:pt x="4127500" y="310059"/>
                </a:lnTo>
                <a:lnTo>
                  <a:pt x="4206875" y="341840"/>
                </a:lnTo>
                <a:lnTo>
                  <a:pt x="4286250" y="375171"/>
                </a:lnTo>
                <a:lnTo>
                  <a:pt x="4365625" y="410052"/>
                </a:lnTo>
                <a:lnTo>
                  <a:pt x="4445000" y="446484"/>
                </a:lnTo>
                <a:lnTo>
                  <a:pt x="4524375" y="484467"/>
                </a:lnTo>
                <a:lnTo>
                  <a:pt x="4603750" y="523999"/>
                </a:lnTo>
                <a:lnTo>
                  <a:pt x="4683125" y="565082"/>
                </a:lnTo>
                <a:lnTo>
                  <a:pt x="4762500" y="607715"/>
                </a:lnTo>
                <a:lnTo>
                  <a:pt x="4841875" y="651898"/>
                </a:lnTo>
                <a:lnTo>
                  <a:pt x="4921250" y="697632"/>
                </a:lnTo>
                <a:lnTo>
                  <a:pt x="5000625" y="744916"/>
                </a:lnTo>
                <a:lnTo>
                  <a:pt x="5080000" y="793750"/>
                </a:lnTo>
              </a:path>
            </a:pathLst>
          </a:custGeom>
          <a:noFill/>
          <a:ln w="31750" cap="rnd">
            <a:solidFill>
              <a:srgbClr val="FFFFFF">
                <a:alpha val="85000"/>
              </a:srgbClr>
            </a:solidFill>
            <a:custDash>
              <a:ds d="20000" sp="320000"/>
            </a:custDash>
            <a:round/>
          </a:ln>
        </p:spPr>
        <p:txBody>
          <a:bodyPr rtlCol="0" anchor="ctr"/>
          <a:lstStyle/>
          <a:p>
            <a:pPr algn="ctr"/>
          </a:p>
        </p:txBody>
      </p:sp>
      <p:sp>
        <p:nvSpPr>
          <p:cNvPr id="4" name="図・線3"/>
          <p:cNvSpPr/>
          <p:nvPr/>
        </p:nvSpPr>
        <p:spPr>
          <a:xfrm>
            <a:off x="3556000" y="4381500"/>
            <a:ext cx="5080000" cy="793750"/>
          </a:xfrm>
          <a:custGeom>
            <a:avLst/>
            <a:gdLst/>
            <a:ahLst/>
            <a:cxnLst/>
            <a:rect l="l" t="t" r="r" b="b"/>
            <a:pathLst>
              <a:path w="5080000" h="793750">
                <a:moveTo>
                  <a:pt x="0" y="0"/>
                </a:moveTo>
                <a:lnTo>
                  <a:pt x="79375" y="48834"/>
                </a:lnTo>
                <a:lnTo>
                  <a:pt x="158750" y="96118"/>
                </a:lnTo>
                <a:lnTo>
                  <a:pt x="238125" y="141852"/>
                </a:lnTo>
                <a:lnTo>
                  <a:pt x="317500" y="186035"/>
                </a:lnTo>
                <a:lnTo>
                  <a:pt x="396875" y="228668"/>
                </a:lnTo>
                <a:lnTo>
                  <a:pt x="476250" y="269751"/>
                </a:lnTo>
                <a:lnTo>
                  <a:pt x="555625" y="309283"/>
                </a:lnTo>
                <a:lnTo>
                  <a:pt x="635000" y="347266"/>
                </a:lnTo>
                <a:lnTo>
                  <a:pt x="714375" y="383698"/>
                </a:lnTo>
                <a:lnTo>
                  <a:pt x="793750" y="418579"/>
                </a:lnTo>
                <a:lnTo>
                  <a:pt x="873125" y="451910"/>
                </a:lnTo>
                <a:lnTo>
                  <a:pt x="952500" y="483691"/>
                </a:lnTo>
                <a:lnTo>
                  <a:pt x="1031875" y="513922"/>
                </a:lnTo>
                <a:lnTo>
                  <a:pt x="1111250" y="542603"/>
                </a:lnTo>
                <a:lnTo>
                  <a:pt x="1190625" y="569733"/>
                </a:lnTo>
                <a:lnTo>
                  <a:pt x="1270000" y="595312"/>
                </a:lnTo>
                <a:lnTo>
                  <a:pt x="1349375" y="619342"/>
                </a:lnTo>
                <a:lnTo>
                  <a:pt x="1428750" y="641821"/>
                </a:lnTo>
                <a:lnTo>
                  <a:pt x="1508125" y="662750"/>
                </a:lnTo>
                <a:lnTo>
                  <a:pt x="1587500" y="682129"/>
                </a:lnTo>
                <a:lnTo>
                  <a:pt x="1666875" y="699957"/>
                </a:lnTo>
                <a:lnTo>
                  <a:pt x="1746250" y="716235"/>
                </a:lnTo>
                <a:lnTo>
                  <a:pt x="1825625" y="730963"/>
                </a:lnTo>
                <a:lnTo>
                  <a:pt x="1905000" y="744141"/>
                </a:lnTo>
                <a:lnTo>
                  <a:pt x="1984375" y="755768"/>
                </a:lnTo>
                <a:lnTo>
                  <a:pt x="2063750" y="765845"/>
                </a:lnTo>
                <a:lnTo>
                  <a:pt x="2143125" y="774371"/>
                </a:lnTo>
                <a:lnTo>
                  <a:pt x="2222500" y="781348"/>
                </a:lnTo>
                <a:lnTo>
                  <a:pt x="2301875" y="786774"/>
                </a:lnTo>
                <a:lnTo>
                  <a:pt x="2381250" y="790649"/>
                </a:lnTo>
                <a:lnTo>
                  <a:pt x="2460625" y="792975"/>
                </a:lnTo>
                <a:lnTo>
                  <a:pt x="2540000" y="793750"/>
                </a:lnTo>
                <a:lnTo>
                  <a:pt x="2619375" y="792975"/>
                </a:lnTo>
                <a:lnTo>
                  <a:pt x="2698750" y="790649"/>
                </a:lnTo>
                <a:lnTo>
                  <a:pt x="2778125" y="786774"/>
                </a:lnTo>
                <a:lnTo>
                  <a:pt x="2857500" y="781348"/>
                </a:lnTo>
                <a:lnTo>
                  <a:pt x="2936875" y="774371"/>
                </a:lnTo>
                <a:lnTo>
                  <a:pt x="3016250" y="765845"/>
                </a:lnTo>
                <a:lnTo>
                  <a:pt x="3095625" y="755768"/>
                </a:lnTo>
                <a:lnTo>
                  <a:pt x="3175000" y="744141"/>
                </a:lnTo>
                <a:lnTo>
                  <a:pt x="3254375" y="730963"/>
                </a:lnTo>
                <a:lnTo>
                  <a:pt x="3333750" y="716235"/>
                </a:lnTo>
                <a:lnTo>
                  <a:pt x="3413125" y="699957"/>
                </a:lnTo>
                <a:lnTo>
                  <a:pt x="3492500" y="682129"/>
                </a:lnTo>
                <a:lnTo>
                  <a:pt x="3571875" y="662750"/>
                </a:lnTo>
                <a:lnTo>
                  <a:pt x="3651250" y="641821"/>
                </a:lnTo>
                <a:lnTo>
                  <a:pt x="3730625" y="619342"/>
                </a:lnTo>
                <a:lnTo>
                  <a:pt x="3810000" y="595312"/>
                </a:lnTo>
                <a:lnTo>
                  <a:pt x="3889375" y="569733"/>
                </a:lnTo>
                <a:lnTo>
                  <a:pt x="3968750" y="542603"/>
                </a:lnTo>
                <a:lnTo>
                  <a:pt x="4048125" y="513922"/>
                </a:lnTo>
                <a:lnTo>
                  <a:pt x="4127500" y="483691"/>
                </a:lnTo>
                <a:lnTo>
                  <a:pt x="4206875" y="451910"/>
                </a:lnTo>
                <a:lnTo>
                  <a:pt x="4286250" y="418579"/>
                </a:lnTo>
                <a:lnTo>
                  <a:pt x="4365625" y="383698"/>
                </a:lnTo>
                <a:lnTo>
                  <a:pt x="4445000" y="347266"/>
                </a:lnTo>
                <a:lnTo>
                  <a:pt x="4524375" y="309283"/>
                </a:lnTo>
                <a:lnTo>
                  <a:pt x="4603750" y="269751"/>
                </a:lnTo>
                <a:lnTo>
                  <a:pt x="4683125" y="228668"/>
                </a:lnTo>
                <a:lnTo>
                  <a:pt x="4762500" y="186035"/>
                </a:lnTo>
                <a:lnTo>
                  <a:pt x="4841875" y="141852"/>
                </a:lnTo>
                <a:lnTo>
                  <a:pt x="4921250" y="96118"/>
                </a:lnTo>
                <a:lnTo>
                  <a:pt x="5000625" y="48834"/>
                </a:lnTo>
                <a:lnTo>
                  <a:pt x="5080000" y="0"/>
                </a:lnTo>
              </a:path>
            </a:pathLst>
          </a:custGeom>
          <a:noFill/>
          <a:ln w="50800" cap="rnd">
            <a:solidFill>
              <a:srgbClr val="F26A1B"/>
            </a:solidFill>
            <a:round/>
          </a:ln>
        </p:spPr>
        <p:txBody>
          <a:bodyPr rtlCol="0" anchor="ctr"/>
          <a:lstStyle/>
          <a:p>
            <a:pPr algn="ctr"/>
          </a:p>
        </p:txBody>
      </p:sp>
      <p:sp>
        <p:nvSpPr>
          <p:cNvPr id="5" name="図・線4"/>
          <p:cNvSpPr/>
          <p:nvPr/>
        </p:nvSpPr>
        <p:spPr>
          <a:xfrm>
            <a:off x="8636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6" name="図・点"/>
          <p:cNvSpPr/>
          <p:nvPr/>
        </p:nvSpPr>
        <p:spPr>
          <a:xfrm>
            <a:off x="2432050" y="4273550"/>
            <a:ext cx="215900" cy="215900"/>
          </a:xfrm>
          <a:prstGeom prst="ellipse">
            <a:avLst/>
          </a:prstGeom>
          <a:solidFill>
            <a:srgbClr val="FFFFFF"/>
          </a:solidFill>
          <a:ln>
            <a:noFill/>
          </a:ln>
        </p:spPr>
        <p:txBody>
          <a:bodyPr rtlCol="0" anchor="ctr"/>
          <a:lstStyle/>
          <a:p>
            <a:pPr algn="ctr"/>
          </a:p>
        </p:txBody>
      </p:sp>
      <p:sp>
        <p:nvSpPr>
          <p:cNvPr id="7" name="図・点"/>
          <p:cNvSpPr/>
          <p:nvPr/>
        </p:nvSpPr>
        <p:spPr>
          <a:xfrm>
            <a:off x="9544050" y="4273550"/>
            <a:ext cx="215900" cy="215900"/>
          </a:xfrm>
          <a:prstGeom prst="ellipse">
            <a:avLst/>
          </a:prstGeom>
          <a:solidFill>
            <a:srgbClr val="FFFFFF"/>
          </a:solidFill>
          <a:ln>
            <a:noFill/>
          </a:ln>
        </p:spPr>
        <p:txBody>
          <a:bodyPr rtlCol="0" anchor="ctr"/>
          <a:lstStyle/>
          <a:p>
            <a:pPr algn="ctr"/>
          </a:p>
        </p:txBody>
      </p:sp>
      <p:sp>
        <p:nvSpPr>
          <p:cNvPr id="8" name="図・ラベル"/>
          <p:cNvSpPr txBox="1"/>
          <p:nvPr/>
        </p:nvSpPr>
        <p:spPr>
          <a:xfrm>
            <a:off x="-3175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ホテル</a:t>
            </a:r>
          </a:p>
        </p:txBody>
      </p:sp>
      <p:sp>
        <p:nvSpPr>
          <p:cNvPr id="9" name="図・ラベル"/>
          <p:cNvSpPr txBox="1"/>
          <p:nvPr/>
        </p:nvSpPr>
        <p:spPr>
          <a:xfrm>
            <a:off x="-3175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チェックアウトで預ける</a:t>
            </a:r>
          </a:p>
        </p:txBody>
      </p:sp>
      <p:sp>
        <p:nvSpPr>
          <p:cNvPr id="10" name="図・ラベル"/>
          <p:cNvSpPr txBox="1"/>
          <p:nvPr/>
        </p:nvSpPr>
        <p:spPr>
          <a:xfrm>
            <a:off x="3937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次のホテル</a:t>
            </a:r>
          </a:p>
        </p:txBody>
      </p:sp>
      <p:sp>
        <p:nvSpPr>
          <p:cNvPr id="11" name="図・ラベル"/>
          <p:cNvSpPr txBox="1"/>
          <p:nvPr/>
        </p:nvSpPr>
        <p:spPr>
          <a:xfrm>
            <a:off x="3937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先に届いている</a:t>
            </a:r>
          </a:p>
        </p:txBody>
      </p:sp>
      <p:sp>
        <p:nvSpPr>
          <p:cNvPr id="12" name="図・ラベル"/>
          <p:cNvSpPr txBox="1"/>
          <p:nvPr/>
        </p:nvSpPr>
        <p:spPr>
          <a:xfrm>
            <a:off x="381000" y="304704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FFFFF"/>
                </a:solidFill>
                <a:latin typeface="Noto Sans JP Medium"/>
                <a:ea typeface="Noto Sans JP Medium"/>
                <a:cs typeface="Noto Sans JP Medium"/>
              </a:rPr>
              <a:t>人は、身軽に観光へ。</a:t>
            </a:r>
          </a:p>
        </p:txBody>
      </p:sp>
      <p:sp>
        <p:nvSpPr>
          <p:cNvPr id="13" name="図・ラベル"/>
          <p:cNvSpPr txBox="1"/>
          <p:nvPr/>
        </p:nvSpPr>
        <p:spPr>
          <a:xfrm>
            <a:off x="381000" y="532669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26A1B"/>
                </a:solidFill>
                <a:latin typeface="Noto Sans JP Medium"/>
                <a:ea typeface="Noto Sans JP Medium"/>
                <a:cs typeface="Noto Sans JP Medium"/>
              </a:rPr>
              <a:t>荷物は、今ある物流で。</a:t>
            </a:r>
          </a:p>
        </p:txBody>
      </p:sp>
      <p:sp>
        <p:nvSpPr>
          <p:cNvPr id="14" name="図・ラベル"/>
          <p:cNvSpPr txBox="1"/>
          <p:nvPr/>
        </p:nvSpPr>
        <p:spPr>
          <a:xfrm>
            <a:off x="381000" y="57769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旅行会社・DMCからの依頼を受けて、BondExが手配します</a:t>
            </a:r>
          </a:p>
        </p:txBody>
      </p:sp>
      <p:sp>
        <p:nvSpPr>
          <p:cNvPr id="15" name="見出し"/>
          <p:cNvSpPr txBox="1"/>
          <p:nvPr/>
        </p:nvSpPr>
        <p:spPr>
          <a:xfrm>
            <a:off x="812800" y="692785"/>
            <a:ext cx="6583759"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荷物を手放す場所を、</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7674670"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「持ちたくない」が、</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3"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4"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5"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6"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7"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7674670"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「買う」と「持つ」を</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259114"/>
            <a:ext cx="8631321" cy="2218134"/>
          </a:xfrm>
          <a:prstGeom prst="rect">
            <a:avLst/>
          </a:prstGeom>
          <a:noFill/>
        </p:spPr>
        <p:txBody>
          <a:bodyPr wrap="none" lIns="0" rIns="0" tIns="0" bIns="0" anchor="t"/>
          <a:lstStyle/>
          <a:p>
            <a:pPr algn="l">
              <a:lnSpc>
                <a:spcPts val="8741"/>
              </a:lnSpc>
              <a:spcBef>
                <a:spcPts val="0"/>
              </a:spcBef>
              <a:spcAft>
                <a:spcPts val="0"/>
              </a:spcAft>
            </a:pPr>
            <a:r>
              <a:rPr sz="6155" b="0" spc="-62" lang="ja-JP" altLang="en-US">
                <a:solidFill>
                  <a:srgbClr val="FFFFFF"/>
                </a:solidFill>
                <a:latin typeface="Noto Sans JP Medium"/>
                <a:ea typeface="Noto Sans JP Medium"/>
                <a:cs typeface="Noto Sans JP Medium"/>
              </a:rPr>
              <a:t>人は旅する。</a:t>
            </a:r>
          </a:p>
          <a:p>
            <a:pPr algn="l">
              <a:lnSpc>
                <a:spcPts val="8741"/>
              </a:lnSpc>
              <a:spcBef>
                <a:spcPts val="0"/>
              </a:spcBef>
              <a:spcAft>
                <a:spcPts val="0"/>
              </a:spcAft>
            </a:pPr>
            <a:r>
              <a:rPr sz="6155" b="0" spc="-62" lang="ja-JP" altLang="en-US">
                <a:solidFill>
                  <a:srgbClr val="FFFFFF"/>
                </a:solidFill>
                <a:latin typeface="Noto Sans JP Medium"/>
                <a:ea typeface="Noto Sans JP Medium"/>
                <a:cs typeface="Noto Sans JP Medium"/>
              </a:rPr>
              <a:t>荷物は物流に任せる。</a:t>
            </a:r>
          </a:p>
        </p:txBody>
      </p:sp>
      <p:pic>
        <p:nvPicPr>
          <p:cNvPr id="3" name="BondEx ロゴ" descr="bondex-logo-white.png"/>
          <p:cNvPicPr>
            <a:picLocks noChangeAspect="1"/>
          </p:cNvPicPr>
          <p:nvPr/>
        </p:nvPicPr>
        <p:blipFill>
          <a:blip r:embed="rId2">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